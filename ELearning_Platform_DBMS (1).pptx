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8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99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3840480" cy="514350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Shape 2"/>
          <p:cNvSpPr/>
          <p:nvPr/>
        </p:nvSpPr>
        <p:spPr>
          <a:xfrm>
            <a:off x="3913632" y="0"/>
            <a:ext cx="5230368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74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— IILM 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D4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4BDAC"/>
                </a:solidFill>
              </a:rPr>
              <a:t>e</a:t>
            </a:r>
            <a:r>
              <a:rPr lang="en-US" sz="2600" dirty="0">
                <a:solidFill>
                  <a:srgbClr val="FFFFFF"/>
                </a:solidFill>
              </a:rPr>
              <a:t>Learning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•  FACULTY  •  COURSE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 •  ASSIGNMENT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292608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Management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640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0" y="1371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1148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2788920"/>
            <a:ext cx="4389120" cy="274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Atul Singh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E-Learning Platform?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6576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73152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E-Learning Platform is a relational database-driven solution designed to store, manage, and track all academic operations — from student registrations to assignment submissions.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6576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DBMS?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work, improves accuracy, consistency, and data security using structured relational tables, primary/foreign keys, and an ER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651760" cy="36576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651760" cy="7315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students, faculty, courses, enrollments, assignments, and submissions — all linked through defined relational constraints.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BDA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entities form the backbone of the system, each with a primary key and defined attributes.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" cy="100584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2527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(PK), First Name, Middle Name, Last Name, Phone No, Student_Email, Registration_date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2527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600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Faculty_id (PK), Faculty_Name, Faculty_Email, Faculty_Qualification, Faculty_exp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423160"/>
            <a:ext cx="4114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23160"/>
            <a:ext cx="411480" cy="100584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2316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4871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(PK), Course_name, Credits, Description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114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23160"/>
            <a:ext cx="411480" cy="1005840"/>
          </a:xfrm>
          <a:prstGeom prst="rect">
            <a:avLst/>
          </a:prstGeom>
          <a:solidFill>
            <a:srgbClr val="5B6EA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2316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4871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8346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En_id (PK), student_id (FK), Course_id (FK), Enrollment_date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114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57600"/>
            <a:ext cx="411480" cy="1005840"/>
          </a:xfrm>
          <a:prstGeom prst="rect">
            <a:avLst/>
          </a:prstGeom>
          <a:solidFill>
            <a:srgbClr val="8B5E9E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5760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3721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069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Assignment_id (PK), Tittle_Des, Due_Date, Course_id (FK)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058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411480" cy="1005840"/>
          </a:xfrm>
          <a:prstGeom prst="rect">
            <a:avLst/>
          </a:prstGeom>
          <a:solidFill>
            <a:srgbClr val="C0662D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65760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3721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6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4069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Submission_id (PK), Assignment_id (FK), Student_id (FK), Submission_date, Marks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BDA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illustrating all six entities, their attributes, and relationships with cardinality constraints.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17920" y="868680"/>
            <a:ext cx="2651760" cy="39776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86868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Relationships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" cy="41148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9" name="Text 7"/>
          <p:cNvSpPr/>
          <p:nvPr/>
        </p:nvSpPr>
        <p:spPr>
          <a:xfrm>
            <a:off x="6382512" y="14721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ENROLLMENT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82512" y="16642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 (one student, many enrollments)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63640" y="1993392"/>
            <a:ext cx="54864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0025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→ COURSE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82512" y="2194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M:1  (many enrollments per course)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63640" y="2523744"/>
            <a:ext cx="54864" cy="4114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5328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→ FACULTY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82512" y="27249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 (one course, many faculty)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63640" y="3054096"/>
            <a:ext cx="54864" cy="411480"/>
          </a:xfrm>
          <a:prstGeom prst="rect">
            <a:avLst/>
          </a:prstGeom>
          <a:solidFill>
            <a:srgbClr val="5B6EA6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06324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→ ASSIGNMENT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82512" y="32552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 (one course, many assignments)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63640" y="3584448"/>
            <a:ext cx="54864" cy="411480"/>
          </a:xfrm>
          <a:prstGeom prst="rect">
            <a:avLst/>
          </a:prstGeom>
          <a:solidFill>
            <a:srgbClr val="8B5E9E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5935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SUBMISSION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82512" y="37856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 (one student, many submissions)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63640" y="4114800"/>
            <a:ext cx="54864" cy="411480"/>
          </a:xfrm>
          <a:prstGeom prst="rect">
            <a:avLst/>
          </a:prstGeom>
          <a:solidFill>
            <a:srgbClr val="C0662D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41239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→ SUBMISSION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82512" y="43159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 (one assignment, many submissions)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4300" y="937260"/>
            <a:ext cx="5669280" cy="3977640"/>
          </a:xfrm>
          <a:prstGeom prst="rect">
            <a:avLst/>
          </a:prstGeom>
          <a:solidFill>
            <a:srgbClr val="1A2040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1463040"/>
            <a:ext cx="1005840" cy="347472"/>
          </a:xfrm>
          <a:prstGeom prst="rect">
            <a:avLst/>
          </a:prstGeom>
          <a:solidFill>
            <a:srgbClr val="2A3A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1463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</a:rPr>
              <a:t>STUDENT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0" y="2057400"/>
            <a:ext cx="1051560" cy="347472"/>
          </a:xfrm>
          <a:prstGeom prst="rect">
            <a:avLst/>
          </a:prstGeom>
          <a:solidFill>
            <a:srgbClr val="2A3A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20574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</a:rPr>
              <a:t>ENROLLMENT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1463040"/>
            <a:ext cx="914400" cy="347472"/>
          </a:xfrm>
          <a:prstGeom prst="rect">
            <a:avLst/>
          </a:prstGeom>
          <a:solidFill>
            <a:srgbClr val="2A3A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1463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</a:rPr>
              <a:t>COURSE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0560" y="2194560"/>
            <a:ext cx="914400" cy="347472"/>
          </a:xfrm>
          <a:prstGeom prst="rect">
            <a:avLst/>
          </a:prstGeom>
          <a:solidFill>
            <a:srgbClr val="2A3A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21945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</a:rPr>
              <a:t>FACULTY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2926080"/>
            <a:ext cx="1005840" cy="347472"/>
          </a:xfrm>
          <a:prstGeom prst="rect">
            <a:avLst/>
          </a:prstGeom>
          <a:solidFill>
            <a:srgbClr val="2A3A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29260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</a:rPr>
              <a:t>ASSIGNMENT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657600"/>
            <a:ext cx="1051560" cy="347472"/>
          </a:xfrm>
          <a:prstGeom prst="rect">
            <a:avLst/>
          </a:prstGeom>
          <a:solidFill>
            <a:srgbClr val="2A3A6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3657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FFFFF"/>
                </a:solidFill>
              </a:rPr>
              <a:t>SUBMISSION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rot="3913492">
            <a:off x="1364335" y="1933956"/>
            <a:ext cx="654611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3701955">
            <a:off x="2702856" y="1933956"/>
            <a:ext cx="675048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3806097">
            <a:off x="3888748" y="2002536"/>
            <a:ext cx="81786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259188">
            <a:off x="3122208" y="2368296"/>
            <a:ext cx="111650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4416628">
            <a:off x="295531" y="2820924"/>
            <a:ext cx="2106417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7470511">
            <a:off x="2505079" y="3465576"/>
            <a:ext cx="88772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72768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82880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8892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0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60520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480560" y="20116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68680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645920" y="3657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61488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M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004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DAC"/>
                </a:solidFill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55448" y="961949"/>
            <a:ext cx="694944" cy="416966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5448" y="961949"/>
            <a:ext cx="69494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u="sng" dirty="0">
                <a:solidFill>
                  <a:srgbClr val="FFFFFF"/>
                </a:solidFill>
              </a:rPr>
              <a:t>Student_id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85216" y="892454"/>
            <a:ext cx="621792" cy="373075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" y="892454"/>
            <a:ext cx="62179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Phone.No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28416" y="1009498"/>
            <a:ext cx="658368" cy="395021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28416" y="1009498"/>
            <a:ext cx="658368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u="sng" dirty="0">
                <a:solidFill>
                  <a:srgbClr val="FFFFFF"/>
                </a:solidFill>
              </a:rPr>
              <a:t>course_id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813048" y="907085"/>
            <a:ext cx="694944" cy="416966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13048" y="907085"/>
            <a:ext cx="69494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Credits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017520" y="3300984"/>
            <a:ext cx="731520" cy="438912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17520" y="330098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u="sng" dirty="0">
                <a:solidFill>
                  <a:srgbClr val="FFFFFF"/>
                </a:solidFill>
              </a:rPr>
              <a:t>Assignmet_id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840480" y="3236976"/>
            <a:ext cx="640080" cy="384048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0" y="3236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Due_Date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124712" y="4067251"/>
            <a:ext cx="768096" cy="460858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24712" y="4067251"/>
            <a:ext cx="768096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u="sng" dirty="0">
                <a:solidFill>
                  <a:srgbClr val="FFFFFF"/>
                </a:solidFill>
              </a:rPr>
              <a:t>Submission_id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121408" y="4189781"/>
            <a:ext cx="512064" cy="307238"/>
          </a:xfrm>
          <a:prstGeom prst="ellipse">
            <a:avLst/>
          </a:prstGeom>
          <a:solidFill>
            <a:srgbClr val="1A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21408" y="4189781"/>
            <a:ext cx="512064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Marks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 rot="-8995885">
            <a:off x="475904" y="1362456"/>
            <a:ext cx="40150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8437841">
            <a:off x="843772" y="1316736"/>
            <a:ext cx="4612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2519233">
            <a:off x="3443140" y="1380744"/>
            <a:ext cx="246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2894382">
            <a:off x="3874602" y="1335024"/>
            <a:ext cx="34323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7898012">
            <a:off x="3327845" y="3396996"/>
            <a:ext cx="33032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4648272">
            <a:off x="4006633" y="3396996"/>
            <a:ext cx="252911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8629032">
            <a:off x="1460965" y="4151376"/>
            <a:ext cx="4956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5975270">
            <a:off x="2234455" y="4174236"/>
            <a:ext cx="343121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BDAC"/>
          </a:solidFill>
          <a:ln/>
        </p:spPr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AC45A3E-1191-C4CC-790E-26357D773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761238"/>
            <a:ext cx="5934231" cy="41993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&amp; Keys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120640" cy="39776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120640" cy="73152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</a:t>
            </a:r>
            <a:r>
              <a:rPr lang="en-US" sz="9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(student_id, first_name, middle_name, last_name, phone_no, student_email, registration_date)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FACULTY </a:t>
            </a:r>
            <a:r>
              <a:rPr lang="en-US" sz="9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(faculty_id, faculty_name, faculty_email, faculty_qualification, faculty_exp)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COURSE </a:t>
            </a:r>
            <a:r>
              <a:rPr lang="en-US" sz="9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(course_id, course_name, credits, description)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ENROLLMENT </a:t>
            </a:r>
            <a:r>
              <a:rPr lang="en-US" sz="9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(en_id, student_id, course_id, enrollment_date)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5112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ASSIGNMENT </a:t>
            </a:r>
            <a:r>
              <a:rPr lang="en-US" sz="9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(assignment_id, tittle_des, due_date, course_id)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023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SUBMISSION </a:t>
            </a:r>
            <a:r>
              <a:rPr lang="en-US" sz="9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(submission_id, assignment_id, student_id, submission_date, marks)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868680"/>
            <a:ext cx="3200400" cy="228600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0" y="868680"/>
            <a:ext cx="32004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960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14173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enrollment.student_id → student.student_id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enrollment.course_id → course.course_id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assignment.course_id → course.course_id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submission.assignment_id → assignment.assignment_id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submission.student_id → student.student_id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0" y="3291840"/>
            <a:ext cx="3200400" cy="155448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3291840"/>
            <a:ext cx="3200400" cy="7315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·  faculty_id  ·  course_id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en_id  ·  assignment_id  ·  submission_id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BDA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Workflow, DB Operations &amp; Normalization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657600" cy="146304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657600" cy="73152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registers → Course enrolled → Faculty assigned → Assignment created → Student submits → Marks recorded.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3657600" cy="118872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14600"/>
            <a:ext cx="36576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Operations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full CRUD operations — Create, Read, Update, Delete — across all six entities.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868680"/>
            <a:ext cx="4572000" cy="109728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868680"/>
            <a:ext cx="822960" cy="109728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8686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1NF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2148840"/>
            <a:ext cx="4572000" cy="109728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148840"/>
            <a:ext cx="822960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14884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2NF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468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dependencies on composite keys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429000"/>
            <a:ext cx="4572000" cy="1097280"/>
          </a:xfrm>
          <a:prstGeom prst="rect">
            <a:avLst/>
          </a:prstGeom>
          <a:solidFill>
            <a:srgbClr val="F4F7FA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429000"/>
            <a:ext cx="822960" cy="109728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342900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3NF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dependencies; full referential integrity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4BDA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E-Learning Platform delivers an efficient, structured approach to managing academic data using a relational DBMS.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3063240"/>
          </a:xfrm>
          <a:prstGeom prst="rect">
            <a:avLst/>
          </a:prstGeom>
          <a:solidFill>
            <a:srgbClr val="0D1F3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97480" cy="64008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via primary and foreign key constraints across all six entities.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97480" cy="3063240"/>
          </a:xfrm>
          <a:prstGeom prst="rect">
            <a:avLst/>
          </a:prstGeom>
          <a:solidFill>
            <a:srgbClr val="0D1F3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691640"/>
            <a:ext cx="269748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errors and streamlines academic workflows end-to-end.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97480" cy="3063240"/>
          </a:xfrm>
          <a:prstGeom prst="rect">
            <a:avLst/>
          </a:prstGeom>
          <a:solidFill>
            <a:srgbClr val="0D1F3C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91640"/>
            <a:ext cx="2697480" cy="64008"/>
          </a:xfrm>
          <a:prstGeom prst="rect">
            <a:avLst/>
          </a:prstGeom>
          <a:solidFill>
            <a:srgbClr val="5B6EA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828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 supports future expansion — quizzes, grades, notifications — with minimal restructuring.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759</Words>
  <Application>Microsoft Office PowerPoint</Application>
  <PresentationFormat>On-screen Show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E-Learning Platform DBMS Project</dc:title>
  <dc:subject>PptxGenJS Presentation</dc:subject>
  <dc:creator>PptxGenJS</dc:creator>
  <cp:lastModifiedBy>Ayush Rathore</cp:lastModifiedBy>
  <cp:revision>2</cp:revision>
  <dcterms:created xsi:type="dcterms:W3CDTF">2026-04-29T19:24:08Z</dcterms:created>
  <dcterms:modified xsi:type="dcterms:W3CDTF">2026-04-29T19:34:37Z</dcterms:modified>
</cp:coreProperties>
</file>